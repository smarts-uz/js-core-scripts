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B1BC-7217-142E-7BD3-1095B5D4A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94686-280C-4735-AEB4-E854412FE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E45A5-3C30-17A6-9D51-8D53DF5E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4FB59-8F91-6638-46D8-328F8307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C6A49-71A4-E827-F7AB-01422E27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9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538A-07F3-64A4-6BC3-302E7042A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B8FC4-6D46-F976-880F-914B90EE8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49D54-7271-072A-9E72-29B8FE17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B182-A4AE-3E8A-EA6D-8F02590F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1A189-A2BB-49A2-AD18-644F67EF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6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5564-5C4B-3591-424F-E7D1A2C75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EB501-A46C-244C-BC41-6E19FBA92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B6D1-B8CA-DEA1-D722-1EBBE0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0006-954C-7711-C8F8-6107B56E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4CAC7-D4AB-1B5C-E025-7DD4F369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0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7A48-F396-0F17-C6C3-5D7A5457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4F4EA-3FB5-BD85-ED09-81668470F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60DB3-5E3B-3857-6210-73EB9FF8F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D8AD1-362E-D293-4BC2-2FA546E3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D2D96-B1EE-F133-D501-03B4E829A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47EDB-D3E3-955F-A870-3FA4F4F0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3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7F6F-BBF9-3765-1E56-AD98B672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70870-AD37-E050-3B95-AB74113A8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E7686-A44F-72DB-1C3F-B4D307232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6CC1A-EF69-82F4-5568-E07F4DA0F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D4206-CC1B-225D-60CD-F5F745E27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D4369-0E93-B300-C43B-CEFFA4C0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4B124-DCB3-E41B-750A-EBE490B1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2ECC7-6036-FD0F-A17C-C0BC597D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1681-8CA0-0C10-2120-90E1F49E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C9ACA-BA54-2661-548F-FD997090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6F173-C3E9-BF0A-255B-397F1955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68961-C52E-8D4D-0111-4F556873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5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FD039-9885-FA99-509B-7095F7B67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3576C-CA45-4271-6C9B-FAE9590D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D8003-8792-1000-724B-354A1113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0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7E86-9678-45D6-D29C-B738CEAC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80AE5-905B-B1A4-913E-CFCDA81EE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DCD03-A1A6-D679-EDF5-77901869C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5A900-0DE4-F3CA-732F-89EC9D4A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17F42-C9BA-3EE6-77BA-88C77B0C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A3C3A-E1C9-23FB-799C-54782533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10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18D1-B495-5960-D6DC-D61F0213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345DA-3F61-524C-1F90-FD18BD42E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70C89-F541-FF61-6EFA-356ED0249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D9FDB-141F-113A-3700-0084400E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1775B-C6D0-F62B-5E6A-46ED2D7F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CE658-750C-5890-2463-CA9004A8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95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2015-5B13-0847-6072-CF68E369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5462C-C80B-158D-6FEA-B3C46BC15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27AEF-AEAC-D9B2-8EC1-C73EECD9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563E8-08E8-16B9-1912-C6B4E65E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05782-D14B-73E4-CE1E-DF3FDFC7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75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FB1826-B18B-CA97-4739-4AE85F0DC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41018-5585-B490-F3DD-7557F3B2A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6D8F4-94ED-B818-F2B4-39384550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2DCC1-1A8F-B058-8386-0276AB7C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BD292-2709-E451-8B29-8DC1D53A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0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B6C390-EFDE-3E71-42F0-8D311EEFA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D2D5-1921-BBA7-35F3-69E2C6A3A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4AD28-E36A-99D9-E6AE-2CAB93634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C3347-50F5-4A05-A3F5-BABA7859DB70}" type="datetimeFigureOut">
              <a:rPr lang="en-US" smtClean="0"/>
              <a:t>2026-08-05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999DC-B858-899E-699F-DCFF847DF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9A9D6-B479-5163-AD51-109A7001C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269A1-39B5-483E-92B6-F28111B0D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2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5D7D3C-CF3F-F6B6-86C0-46F6A8244FCB}"/>
              </a:ext>
            </a:extLst>
          </p:cNvPr>
          <p:cNvSpPr txBox="1"/>
          <p:nvPr/>
        </p:nvSpPr>
        <p:spPr>
          <a:xfrm>
            <a:off x="635000" y="635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ACE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19113-EFB5-88CA-2496-4D2CEBAC546D}"/>
              </a:ext>
            </a:extLst>
          </p:cNvPr>
          <p:cNvSpPr txBox="1"/>
          <p:nvPr/>
        </p:nvSpPr>
        <p:spPr>
          <a:xfrm>
            <a:off x="635000" y="1524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Body text here</a:t>
            </a:r>
          </a:p>
        </p:txBody>
      </p:sp>
    </p:spTree>
    <p:extLst>
      <p:ext uri="{BB962C8B-B14F-4D97-AF65-F5344CB8AC3E}">
        <p14:creationId xmlns:p14="http://schemas.microsoft.com/office/powerpoint/2010/main" val="362957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Durdona Zakirova</dc:creator>
  <cp:lastModifiedBy>Durdona Zakirova</cp:lastModifiedBy>
  <cp:revision>1</cp:revision>
  <dcterms:created xsi:type="dcterms:W3CDTF">2026-08-04T22:02:41Z</dcterms:created>
  <dcterms:modified xsi:type="dcterms:W3CDTF">2026-08-04T22:02:41Z</dcterms:modified>
</cp:coreProperties>
</file>